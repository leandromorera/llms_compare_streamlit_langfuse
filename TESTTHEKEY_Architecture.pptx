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194560"/>
            <a:ext cx="11868912" cy="2743200"/>
          </a:xfrm>
          <a:prstGeom prst="rect">
            <a:avLst/>
          </a:prstGeom>
          <a:solidFill>
            <a:srgbClr val="13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TESTTHEKEY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B4D8"/>
                </a:solidFill>
                <a:latin typeface="Calibri"/>
              </a:rPr>
              <a:t>Architecture &amp; Code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Calibri"/>
              </a:rPr>
              <a:t>LLM-Judge Fake Receipt Detector  |  Python  |  Streamlit  |  OpenAI  |  Langfuse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10972800" cy="233172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38912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ourier New"/>
              </a:rPr>
              <a:t>testthekey/
  streamlit_app.py       # 3-tab Streamlit UI
  src/
    config.py            # Settings + env loading
    dataset.py           # Label loading, OCR parsing
    features.py          # Blur, brightness, contrast
    judges.py            # Prompt builder + run_judge()
    vote.py              # majority_vote(), vote_tally()
    langfuse_mcp_client.py  # HTTP/MCP client
  scripts/               # CLI tools
  tests/                 # 69 unit + integration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How a receipt image travels through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114300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  <a:latin typeface="Courier New"/>
              </a:rPr>
              <a:t>Receipt image (.png/.jpg)
        |
        v
+-----------------------------------------------+
|           streamlit_app.py                    |
|   _browse_field()  -&gt;  labels_df (CSV)        |
|   image_dir / receipt_id  -&gt;  img_path        |
+-----------------------------------------------+
        |
        v
+---------------------------+    +---------------------------+
|  src/features.py          |    |  src/dataset.py           |
|                           |    |                           |
|  blur_variance_of_        |    |  image_basic_stats()      |
|    laplacian(img)         |    |    width, height,         |
|  brightness_contrast(img) |    |    file_kb, aspect_ratio  |
|    brightness_mean        |    |  extract_total_from_text()|
|    contrast_std           |    |    -&gt; ocr_total (float)   |
+---------------------------+    +---------------------------+
        |                                 |
        +----------------+----------------+
                         |
                         v
        +--------------------------------+
        |  src/judges.py                 |
        |                                |
        |  JudgeConfig(name, model,      |
        |    temperature, persona)       |
        |                                |
        |  run_judge(client, cfg,        |
        |    image_path, receipt_id)     |
        |    -&gt; (parsed, meta)           |
        |                                |
        |  parsed = {label, confidence,  |
        |    reasons[], flags[]}         |
        |  meta   = {usage, input,       |
        |    output}                     |
        +--------------------------------+
                         |   x3 judges
                         v
        +--------------------------------+
        |  src/vote.py                   |
        |                                |
        |  majority_vote(labels[])       |
        |    -&gt; "FAKE"|"REAL"|"UNCERTAIN"|
        |  vote_tally(labels[])          |
        |    -&gt; {FAKE:n, REAL:n, UNC:n}  |
        +--------------------------------+
                         |
                         v
        +--------------------------------+
        |  src/langfuse_mcp_client.py    |
        |  LangfuseMCPClient             |
        |  -&gt; log_observation()          |
        |  -&gt; log_generation() x3        |
        |  -&gt; create_score()  x8         |
        |  -&gt; dataset_run_log()          |
        +--------------------------------+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Dependency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What imports what — import graph of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114300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ourier New"/>
              </a:rPr>
              <a:t>                    streamlit_app.py
                          |
          +---------------+------------------+------------------+
          |               |                  |                  |
          v               v                  v                  v
    src/config.py   src/dataset.py    src/features.py    src/judges.py
    load_settings() image_basic_       blur_variance_    JudgeConfig
    Settings        stats()            of_laplacian()    run_judge()
    (dataclass)     extract_total_     brightness_       _base_prompt()
                    from_text()        contrast()        _normalize_output()
                          |                                     |
                          |              +----------------------+
                          |              |
                          v              v
                    [PIL/Pillow]    [openai.OpenAI]
                    (image I/O)    (API calls)
          +---------------------------------------------------+
          |               src/vote.py                         |
          |   majority_vote(labels: list[str]) -&gt; str         |
          |   vote_tally(labels: list[str]) -&gt; dict           |
          |   (no external deps — pure Python)                |
          +---------------------------------------------------+
          +---------------------------------------------------+
          |          src/langfuse_mcp_client.py               |
          |   LangfuseMCPClient                               |
          |   imports: httpx, json  (stdlib)                  |
          |   talks to: localhost:8005/mcp/  via JSON-RPC     |
          |   no langfuse SDK, no credentials in app          |
          +---------------------------------------------------+
  External dependencies:
    openai  -&gt;  GPT-4o / GPT-4.1-mini / GPT-4o-mini  (vision API)
    httpx   -&gt;  MCP server HTTP transport
    plotly  -&gt;  Charts in Dataset Statistics + Batch Evaluation tabs
    pandas  -&gt;  DataFrame operations on label CSV
    PIL     -&gt;  Image reading for feature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src/judges.py  — The Judge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Prompt construction, API call, output normalisation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80644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562356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ourier New"/>
              </a:rPr>
              <a:t># Data model
@dataclass(frozen=True)
class JudgeConfig:
    name:        str    # "judge_1"
    model:       str    # "gpt-4o-mini"
    temperature: float  # 0.2
    persona:     str    # "strict, skeptical..."
# Entry point
def run_judge(
    client:     OpenAI,
    cfg:        JudgeConfig,
    image_path: Path,
    receipt_id: str
) -&gt; tuple[dict, dict]:
    # 1. Build prompt with persona injected
    prompt   = _base_prompt(cfg.persona)
    # 2. Encode image as base64 data URL
    data_url = _image_to_data_url(image_path)
    # 3. Call OpenAI with vision content
    resp = client.chat.completions.create(
        model=cfg.model,
        temperature=cfg.temperature,
        messages=[system_msg, user_msg_with_image],
        response_format={"type": "json_object"},
    )
    # 4. Parse + normalise
    parsed = _normalize_output(
               _safe_parse_json(resp.choices[0].message.content))
    return parsed, {usage, input_payload, output_payload}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143000"/>
            <a:ext cx="571500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81928" y="1234440"/>
            <a:ext cx="55321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ourier New"/>
              </a:rPr>
              <a:t># Return shape
parsed = {
  "label":      "FAKE"|"REAL"|"UNCERTAIN",
  "confidence": float(0-100),
  "reasons":    list[str],  # 1-5 items
  "flags":      list[str],  # optional tags
}
meta = {
  "usage": {
    "input_tokens":  int,
    "output_tokens": int,
    "total_tokens":  int,
  },
  "input": {
    "receipt_id":   str,
    "prompt":       str,  # full prompt text
    "model":        str,
    "temperature":  float,
    "persona":      str,
    "image_path":   str,
  },
  "output": {
    "raw":    str,   # raw LLM response
    "parsed": dict,  # normalised
  },
}
# Fallback chain
# 1. json_object response_format
# 2. Extract first {...} block
# 3. Return {"label":"UNCERTAIN",...}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src/vote.py  — Majority Vote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Pure Python aggregation — no external deps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303520" cy="41148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51206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Courier New"/>
              </a:rPr>
              <a:t>def majority_vote(labels: list[str]) -&gt; str:
    """
    Return the label that appears &gt;= 2 times out of 3.
    Falls back to UNCERTAIN if no majority exists.
    """
    counts = Counter(labels)
    for label in ("FAKE", "REAL"):
        if counts[label] &gt;= 2:
            return label
    return "UNCERTAIN"
def vote_tally(labels: list[str]) -&gt; dict[str, int]:
    """Return raw vote counts for all three outcomes."""
    base = {"FAKE": 0, "REAL": 0, "UNCERTAIN": 0}
    base.update(Counter(labels))
    return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1143000"/>
            <a:ext cx="6172200" cy="41148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24728" y="1234440"/>
            <a:ext cx="5989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39C12"/>
                </a:solidFill>
                <a:latin typeface="Courier New"/>
              </a:rPr>
              <a:t>Decision table — all 8 possible input combinations:
  labels input             majority_vote()   vote_tally()
  -------------------------------------------------------
  [FAKE, FAKE, FAKE]    -&gt; FAKE              {F:3 R:0 U:0}
  [FAKE, FAKE, REAL]    -&gt; FAKE              {F:2 R:1 U:0}
  [FAKE, FAKE, UNCERTAIN]-&gt; FAKE             {F:2 R:0 U:1}
  [REAL, REAL, REAL]    -&gt; REAL              {F:0 R:3 U:0}
  [REAL, REAL, FAKE]    -&gt; REAL              {F:1 R:2 U:0}
  [REAL, REAL, UNCERTAIN]-&gt; REAL             {F:0 R:2 U:1}
  [FAKE, REAL, UNCERTAIN]-&gt; UNCERTAIN        {F:1 R:1 U:1}
  [UNC,  UNC,  UNC]     -&gt; UNCERTAIN        {F:0 R:0 U:3}
  Priority: FAKE checked before REAL (conservative — flags first).
  UNCERTAIN is the fallback — never has &gt;= 2 votes by itself
  unless all three judges return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94960"/>
            <a:ext cx="11612880" cy="123444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5486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Courier New"/>
              </a:rPr>
              <a:t>Why majority vote over confidence-weighted average?
  Simple    — no tuning, no weights to calibrate
  Robust    — one outlier judge cannot swing the result
  Interpretable — you can see exactly which judges voted what
  UNCERTAIN is explicit signal, not a hidden 0.5 confidence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src/langfuse_mcp_client.py  — MCP HTTP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Thin wrapper over the Langfuse MCP server — no SDK, no credentials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667512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6492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urier New"/>
              </a:rPr>
              <a:t>class LangfuseMCPClient:
    url:        str  = "http://localhost:8005/mcp/"
    timeout:    int  = 60
    _session_id: str | None
    # Transport
    _initialize()         # MCP handshake, captures session ID
    _call(method, params) # JSON-RPC POST, parses SSE or JSON response
    call_tool(name, args) # Calls tools/call, returns text string
    # Auth
    auth_check(verbose)   -&gt; dict
    # Trace management
    create_trace_id(seed) -&gt; str (deterministic UUID)
    get_trace(trace_id)   -&gt; dict
    list_traces(name, limit)-&gt; dict
    # Observation logging
    log_observation(name, as_type, trace, observation) -&gt; dict
    log_generation(observation, trace, latency_ms)     -&gt; dict
    log_batch(records)                                 -&gt; dict
    log_error_event(message, trace, error_type, data)  -&gt; dict
    # Scores
    create_score(trace_id, name, value, comment, metadata) -&gt; dict
    # Dataset management
    dataset_create(name, description, metadata)       -&gt; dict
    dataset_add_item(dataset_name, input,             -&gt; dict
                     expected_output, item_id, metadata)
    dataset_run_log(run_name, dataset_item_id,        -&gt; dict
                    trace_id, observation_id, metadata)
    # Prompts
    prompt_create_version(name, prompt, labels, tags) -&gt; dict
    prompt_get(prompt_name, label)                    -&gt; dict
    flush()               # langfuse_flush MCP 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1143000"/>
            <a:ext cx="489204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04888" y="1234440"/>
            <a:ext cx="470916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ourier New"/>
              </a:rPr>
              <a:t>JSON-RPC / MCP Streamable HTTP protocol:
  POST /mcp/  (initialize)
  &lt;-- mcp-session-id: &lt;uuid&gt;   (optional)
  POST /mcp/  (tools/call)
  --&gt; {jsonrpc, id, method, params}
  &lt;-- text/event-stream OR application/json
  Response parsing chain:
    1. application/json  -&gt; resp.json()["result"]
    2. text/event-stream -&gt; find "data: {...}" line
    3. Last resort       -&gt; json.loads(resp.text)["result"]
    4. Raise RuntimeError with body preview
  Both POST calls use follow_redirects=True
  mcp-session-id header is optional (only sent if received)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streamlit_app.py  — Application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Module-level layout: constants, helpers, tab functions, main()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114300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ourier New"/>
              </a:rPr>
              <a:t>streamlit_app.py
|
+-- IMPORTS
|     openai, streamlit, pandas, plotly, pathlib
|     src.config, src.dataset, src.features, src.judges
|     src.vote, src.langfuse_mcp_client, src.langfuse_logger
|
+-- MODULE-LEVEL CONSTANTS
|     _LABEL_COLORS  = {"REAL": "#2ecc71", "FAKE": "#e74c3c"}
|     _PLOTLY_THEME  = "plotly_white"
|     _MODEL_PRICING = {model: {input: $/1M, output: $/1M}, ...}
|     _TOKENS_PER_IMAGE_INPUT  = 1_500   # estimate
|     _TOKENS_PER_IMAGE_OUTPUT = 180     # estimate
|
+-- @st.cache_data
|     _compute_dataset_stats(label_path, image_dir, ocr_dir)
|       -&gt; pd.DataFrame  [per-image features + label]
|
+-- HELPER FUNCTIONS
|     _estimate_cost(n_images, models)   -&gt; list[dict]   # cost table rows
|     _hist(df, col, title, xlabel, by_label)  -&gt; go.Figure
|     _pick_file(title, filetypes)       -&gt; str   # tkinter file dialog
|     _pick_dir(title)                  -&gt; str   # tkinter dir dialog
|     _browse_field(label, key, default, btn_key, is_dir) -&gt; str
|
+-- TAB FUNCTIONS
|     _stats_tab(label_path, image_dir, ocr_dir)
|       Section 1 — REAL vs FAKE bar chart
|       Section 2 — receipt total histograms (if OCR)
|       Section 3 — image dimensions + file size
|       Section 4 — aspect ratio
|       Section 5 — blur / brightness / contrast
|       Section 6 — summary stats table by label
|
|     _batch_results_charts(results: list[dict])
|       -&gt; summary metrics (5 st.metric)
|       -&gt; confusion matrix (px.imshow)
|       -&gt; prediction distribution (px.bar)
|       -&gt; confidence box plots (px.box)
|       -&gt; confidence histograms per judge
|       -&gt; per-judge accuracy table
|       -&gt; wrong predictions table
|
|     _batch_tab(labels_df, image_dir, ocr_dir, client, judge_cfgs, settings)
|       -&gt; pool filter radio + langfuse checkbox
|       -&gt; quick-select: slider + Random/All/Clear buttons
|       -&gt; run name text_input (if langfuse)
|       -&gt; st.multiselect (key="batch_multiselect")
|       -&gt; thumbnail grid (6 cols, max 30)
|       -&gt; cost estimation table
|       -&gt; Run / Clear buttons
|       -&gt; evaluation loop  [run_judge x3 + vote + langfuse]
|       -&gt; _batch_results_charts()  +  JSON download button
|
+-- main()
      load_dotenv(), load_settings(), OpenAI(api_key)
      sidebar: dataset mode selector + browse fields
      sidebar: label CSV read -&gt; labels_df
      sidebar: receipt picker (selectbox)
      sidebar: Langfuse dataset registration section
      judge_cfgs = [JudgeConfig x3]  &lt;- shared across tabs
      tab1, tab2, tab3 = st.tabs([...])
        tab1 -&gt; single receipt analysis (+ langfuse_logger)
        tab2 -&gt; _stats_tab()
        tab3 -&gt; _batch_tab()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Streamlit Session State &amp; Re-run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How state is preserved across interactions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44068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ourier New"/>
              </a:rPr>
              <a:t>st.session_state keys used by the app:
+---------------------------+------------------+------------------------------+
| Key                       | Type             | Set by                       |
+---------------------------+------------------+------------------------------+
| _label_path__val          | str (path)       | _browse_field() + Browse btn |
| _image_dir__val           | str (path)       | _browse_field() + Browse btn |
| _ocr_dir__val             | str (path)       | _browse_field() + Browse btn |
| batch_multiselect         | list[str]        | Quick-select buttons + user  |
| batch_lf_run_name         | str              | st.text_input (key=)         |
| batch_results             | list[dict]       | Evaluation loop on run_click |
+---------------------------+------------------+------------------------------+
Browse button pattern (avoids key conflict with st.text_input):
  backing_key = f"{state_key}__val"      # e.g. "_label_path__val"
  st.session_state[backing_key] = typed  # keep in sync when user types
  if browse_clicked:
      st.session_state[backing_key] = picked_path
      st.rerun()                         # triggers immediate re-render
Quick-select button pattern (sets widget state before render):
  if random_clicked:
      st.session_state["batch_multiselect"] = sampled_list
      st.rerun()                         # multiselect reads from session state
Re-run trigger chain:
  User edits field  -&gt; Streamlit auto re-runs   (no rerun() needed)
  Browse button     -&gt; _browse_field() calls st.rerun()
  Quick-select btn  -&gt; _batch_tab() calls st.rerun()
  Run batch eval    -&gt; loop finishes -&gt; st.session_state["batch_results"] = ...
                    -&gt; st.rerun()    -&gt; results section renders
  Clear results     -&gt; del st.session_state["batch_results"]
                    -&gt; st.rerun()
@st.cache_data usage:
  _compute_dataset_stats(label_path, image_dir, ocr_dir)
    Keyed by all three string args.
    Re-computed only when dataset path changes.
    Scanning 218 images takes ~5-15 seconds — cached after first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Langfuse Trace Structure  — Per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What one batch evaluation trace looks like in Langfuse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114300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  <a:latin typeface="Courier New"/>
              </a:rPr>
              <a:t>TRACE  batch_eval_&lt;receipt_id&gt;
  input:  {image_id, ground_truth, width, height, file_kb,
           brightness_mean, contrast_std, blur_variance}
  output: {final_label, tally, is_correct, judge_labels[]}
  tags:   [receipt, batch-eval, real|fake, &lt;run_name&gt;]
  |
  +-- SPAN  dataset_analysis
  |     input:  {image_id, ground_truth}
  |     output: {width, height, file_kb, aspect_ratio,
  |               brightness_mean, contrast_std, blur_variance}
  |
  +-- GENERATION  judge_1   (gpt-4o-mini, temp=0.2)
  |     input:  {system: &lt;full prompt with persona&gt;,
  |               user: "Receipt ID: X123.png [image attached]"}
  |     output: {label, confidence, reasons[], flags[]}
  |     usage:  {input: N tokens, output: M tokens, unit: TOKENS}
  |     metadata: {temperature, persona, ground_truth,
  |                latency_ms, raw_response[:300]}
  |
  +-- GENERATION  judge_2   (gpt-4.1-mini, temp=0.4)
  |     [same structure]
  |
  +-- GENERATION  judge_3   (gpt-4o, temp=0.7)
  |     [same structure]
  |
  +-- SPAN  vote_aggregation
        input:  {judge_labels: [FAKE, REAL, REAL]}
        output: {final_label: REAL, tally: {F:1,R:2,U:0},
                  is_correct: true}
SCORES  (8 per trace, all attached to trace_id):
  judge_1_confidence   float  e.g. 62.0   comment: label=UNCERTAIN
  judge_1_correctness  float  1.0/0.5/0.0 comment: judge=UNC gt=REAL
  judge_2_confidence   float  e.g. 85.0
  judge_2_correctness  float  1.0/0.5/0.0
  judge_3_confidence   float  e.g. 91.0
  judge_3_correctness  float  1.0/0.5/0.0
  final_correct        float  1.0 or 0.0   comment: final=REAL gt=REAL
  inter_judge_agreement float  1.0 or 0.0   comment: labels=[F,R,R]
DATASET RUN LOG:
  run_name:        "batch-eval-v1"
  dataset_item_id: "X51005230616.png"
  trace_id:        &lt;actual Langfuse UUID from log_observation response&gt;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Configuration &amp; Settings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src/config.py  +  .env  -&gt;  Settings dataclass  -&gt;  all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76072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55778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ourier New"/>
              </a:rPr>
              <a:t># .env  (never committed)
OPENAI_API_KEY=sk-...
JUDGE_MODELS=gpt-4o-mini,gpt-4.1-mini,gpt-4o
LANGFUSE_PUBLIC_KEY=pk-...  (optional)
LANGFUSE_SECRET_KEY=sk-...  (optional)
LANGFUSE_HOST=http://...    (optional)
# src/config.py
@dataclass
class Settings:
    openai_api_key:    str
    judge_models:      list[str]  # [model1, model2, model3]
    langfuse_public_key: str | None
    langfuse_secret_key: str | None
    langfuse_host:      str | None
def load_settings() -&gt; Settings:
    return Settings(
        openai_api_key  = os.getenv("OPENAI_API_KEY"),
        judge_models    = os.getenv(
            "JUDGE_MODELS",
            "gpt-4o-mini,gpt-4.1-mini,gpt-4o"
        ).split(","),
        langfuse_public_key = os.getenv("LANGFUSE_PUBLIC_KEY"),
        langfuse_secret_key = os.getenv("LANGFUSE_SECRET_KEY"),
        langfuse_host       = os.getenv("LANGFUSE_HOST"),
    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43000"/>
            <a:ext cx="5760720" cy="54864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36208" y="1234440"/>
            <a:ext cx="55778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ourier New"/>
              </a:rPr>
              <a:t># Usage in main()
settings = load_settings()
client   = OpenAI(api_key=settings.openai_api_key)
judge_cfgs = [
    JudgeConfig(
        name="judge_1",
        model=settings.judge_models[0],  # gpt-4o-mini
        temperature=0.2,
        persona="strict, skeptical...",
    ),
    JudgeConfig(
        name="judge_2",
        model=settings.judge_models[1],  # gpt-4.1-mini
        temperature=0.4,
        persona="balanced...",
    ),
    JudgeConfig(
        name="judge_3",
        model=settings.judge_models[2],  # gpt-4o
        temperature=0.7,
        persona="lenient...",
    ),
]
# judge_cfgs is defined BEFORE tabs
# so Tab 1 and Tab 3 share the same list
# LangfuseMCPClient does NOT use settings —
# credentials live inside the MCP server
lf = LangfuseMCPClient()  # no keys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Batch Evaluation Loop  — Core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_batch_tab() inner loop: judges + vote + Langfuse per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53212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ourier New"/>
              </a:rPr>
              <a:t>for idx, (_, row) in enumerate(selected_df.iterrows()):
    img_id   = str(row["image"])
    gt       = str(row["label"]).upper().strip()
    img_path = image_dir / img_id
    prog.progress((idx+1)/n_batch, text=f"{idx+1}/{n_batch} {img_id}")
    labels:          list[str]  = []
    judge_outputs:   list[dict] = []
    judge_metas:     list[dict] = []
    judge_latencies: list[int]  = []
    try:
        for cfg in judge_cfgs:                    # 3 judges
            t0 = time.time()
            parsed, jmeta = run_judge(            # -&gt; API call
                client, cfg,
                image_path=img_path,
                receipt_id=img_id,
            )
            judge_latencies.append(               # real ms
                int((time.time() - t0) * 1000))
            labels.append(parsed["label"])
            judge_outputs.append({
                "name": cfg.name, "model": cfg.model, **parsed})
            judge_metas.append(jmeta)
        final_label = majority_vote(labels)       # FAKE/REAL/UNC
        tally       = vote_tally(labels)          # {F:n, R:n, U:n}
        is_correct  = final_label == gt
        results.append({                          # local cache
            "image_id": img_id, "ground_truth": gt,
            "final_label": final_label,
            "tally": tally, "is_correct": is_correct,
            "judges": judge_outputs,
        })
        if lf is not None:
            # ... comprehensive Langfuse logging block ...
            # (analysis span + 3 generations + vote span
            #  + 8 scores + dataset_run_log)
            # All errors caught silently — batch never aborted
    except Exception as exc:
        results.append({                          # error row
            "image_id": img_id, "error": str(exc),
            "final_label": "ERROR", ...
        })
st.session_state["batch_results"] = results
st.rerun()  # triggers results section to render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tests/  —  69 tests, zero real API calls for unit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114800" cy="283464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39319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  <a:latin typeface="Courier New"/>
              </a:rPr>
              <a:t>tests/
  test_vote.py             # 15 unit tests — pure logic
  test_dataset.py          # 12 unit tests — CSV loading, OCR parsing
  test_features.py         # 10 unit tests — blur/brightness/contrast
  test_judges.py           # 18 unit tests — prompt builder, normalisation
  test_langfuse_client.py  #  6 unit tests — MCP response parsing
  test_integration.py      #  8 integration tests (real API, marked)
Run unit tests (no API cost, &lt; 5 seconds):
  pytest tests/ -v -m "not integration"
Run all tests including API calls (~$0.01):
  pytest tests/ -v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114800"/>
            <a:ext cx="4114800" cy="251460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20624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ourier New"/>
              </a:rPr>
              <a:t># test_vote.py examples
def test_fake_majority():
    assert majority_vote(["FAKE","FAKE","REAL"]) == "FAKE"
def test_uncertain_on_split():
    assert majority_vote(["FAKE","REAL","UNCERTAIN"]) == "UNCERTAIN"
def test_tally_keys():
    t = vote_tally(["FAKE","REAL","REAL"])
    assert t == {"FAKE":1,"REAL":2,"UNCERTAIN":0}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143000"/>
            <a:ext cx="7360920" cy="544068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234440"/>
            <a:ext cx="7178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39C12"/>
                </a:solidFill>
                <a:latin typeface="Courier New"/>
              </a:rPr>
              <a:t># test_judges.py — mock OpenAI
@pytest.fixture
def mock_client(monkeypatch):
    resp = MagicMock()
    resp.choices[0].message.content = json.dumps({
        "label":"FAKE","confidence":85,
        "reasons":["font mismatch"],"flags":[]})
    resp.usage.prompt_tokens    = 1200
    resp.usage.completion_tokens = 80
    resp.usage.total_tokens     = 1280
    client = MagicMock()
    client.chat.completions.create.return_value = resp
    return client
def test_run_judge_label(mock_client, tmp_image):
    parsed, meta = run_judge(
        mock_client, cfg, tmp_image, "test.png")
    assert parsed["label"] == "FAKE"
    assert 0 &lt;= parsed["confidence"] &lt;= 100
    assert isinstance(parsed["reasons"], list)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645920"/>
            <a:ext cx="11868912" cy="3840480"/>
          </a:xfrm>
          <a:prstGeom prst="rect">
            <a:avLst/>
          </a:prstGeom>
          <a:solidFill>
            <a:srgbClr val="13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Architecture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606040"/>
            <a:ext cx="10058400" cy="2651760"/>
          </a:xfrm>
          <a:prstGeom prst="rect">
            <a:avLst/>
          </a:prstGeom>
          <a:solidFill>
            <a:srgbClr val="0A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7008" y="2697480"/>
            <a:ext cx="9875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B4D8"/>
                </a:solidFill>
                <a:latin typeface="Courier New"/>
              </a:rPr>
              <a:t>Receipt image
      |
      v
src/features.py + src/dataset.py     CPU-only feature extraction (free)
      |
      v
src/judges.py  </a:t>
            </a:r>
            <a:r>
              <a:rPr sz="1200" b="0" i="0" dirty="0" err="1">
                <a:solidFill>
                  <a:srgbClr val="00B4D8"/>
                </a:solidFill>
                <a:latin typeface="Courier New"/>
              </a:rPr>
              <a:t>run_judge</a:t>
            </a:r>
            <a:r>
              <a:rPr sz="1200" b="0" i="0" dirty="0">
                <a:solidFill>
                  <a:srgbClr val="00B4D8"/>
                </a:solidFill>
                <a:latin typeface="Courier New"/>
              </a:rPr>
              <a:t>() x3        OpenAI Vision API — parallel LLM calls
      |
      v
src/vote.py  </a:t>
            </a:r>
            <a:r>
              <a:rPr sz="1200" b="0" i="0" dirty="0" err="1">
                <a:solidFill>
                  <a:srgbClr val="00B4D8"/>
                </a:solidFill>
                <a:latin typeface="Courier New"/>
              </a:rPr>
              <a:t>majority_vote</a:t>
            </a:r>
            <a:r>
              <a:rPr sz="1200" b="0" i="0" dirty="0">
                <a:solidFill>
                  <a:srgbClr val="00B4D8"/>
                </a:solidFill>
                <a:latin typeface="Courier New"/>
              </a:rPr>
              <a:t>()         Pure Python — no external deps
      |
      +---&gt; Local results cache      JSON in </a:t>
            </a:r>
            <a:r>
              <a:rPr sz="1200" b="0" i="0" dirty="0" err="1">
                <a:solidFill>
                  <a:srgbClr val="00B4D8"/>
                </a:solidFill>
                <a:latin typeface="Courier New"/>
              </a:rPr>
              <a:t>session_state</a:t>
            </a:r>
            <a:r>
              <a:rPr sz="1200" b="0" i="0" dirty="0">
                <a:solidFill>
                  <a:srgbClr val="00B4D8"/>
                </a:solidFill>
                <a:latin typeface="Courier New"/>
              </a:rPr>
              <a:t> / </a:t>
            </a:r>
            <a:r>
              <a:rPr sz="1200" b="0" i="0" dirty="0" err="1">
                <a:solidFill>
                  <a:srgbClr val="00B4D8"/>
                </a:solidFill>
                <a:latin typeface="Courier New"/>
              </a:rPr>
              <a:t>eval_cache.json</a:t>
            </a:r>
            <a:r>
              <a:rPr sz="1200" b="0" i="0" dirty="0">
                <a:solidFill>
                  <a:srgbClr val="00B4D8"/>
                </a:solidFill>
                <a:latin typeface="Courier New"/>
              </a:rPr>
              <a:t>
      |
      +---&gt; </a:t>
            </a:r>
            <a:r>
              <a:rPr sz="1200" b="0" i="0" dirty="0" err="1">
                <a:solidFill>
                  <a:srgbClr val="00B4D8"/>
                </a:solidFill>
                <a:latin typeface="Courier New"/>
              </a:rPr>
              <a:t>src</a:t>
            </a:r>
            <a:r>
              <a:rPr sz="1200" b="0" i="0" dirty="0">
                <a:solidFill>
                  <a:srgbClr val="00B4D8"/>
                </a:solidFill>
                <a:latin typeface="Courier New"/>
              </a:rPr>
              <a:t>/</a:t>
            </a:r>
            <a:r>
              <a:rPr sz="1200" b="0" i="0" dirty="0" err="1">
                <a:solidFill>
                  <a:srgbClr val="00B4D8"/>
                </a:solidFill>
                <a:latin typeface="Courier New"/>
              </a:rPr>
              <a:t>langfuse_mcp_client</a:t>
            </a:r>
            <a:r>
              <a:rPr sz="1200" b="0" i="0" dirty="0">
                <a:solidFill>
                  <a:srgbClr val="00B4D8"/>
                </a:solidFill>
                <a:latin typeface="Courier New"/>
              </a:rPr>
              <a:t>  HTTP/JSON-RPC to MCP server
              </a:t>
            </a:r>
            <a:r>
              <a:rPr sz="1200" b="0" i="0" dirty="0" err="1">
                <a:solidFill>
                  <a:srgbClr val="00B4D8"/>
                </a:solidFill>
                <a:latin typeface="Courier New"/>
              </a:rPr>
              <a:t>LangfuseMCPClient</a:t>
            </a:r>
            <a:r>
              <a:rPr sz="1200" b="0" i="0" dirty="0">
                <a:solidFill>
                  <a:srgbClr val="00B4D8"/>
                </a:solidFill>
                <a:latin typeface="Courier New"/>
              </a:rPr>
              <a:t>      5 logging calls per receipt image
                                     Full observability — zero app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  <a:latin typeface="Calibri"/>
              </a:rPr>
              <a:t>TESTTHEKEY  |  Architecture &amp; Code Structure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5779</Words>
  <Application>Microsoft Office PowerPoint</Application>
  <PresentationFormat>Personalizado</PresentationFormat>
  <Paragraphs>47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Leandro Morera Delfín</cp:lastModifiedBy>
  <cp:revision>1</cp:revision>
  <dcterms:created xsi:type="dcterms:W3CDTF">2013-01-27T09:14:16Z</dcterms:created>
  <dcterms:modified xsi:type="dcterms:W3CDTF">2026-02-20T04:15:26Z</dcterms:modified>
  <cp:category/>
</cp:coreProperties>
</file>